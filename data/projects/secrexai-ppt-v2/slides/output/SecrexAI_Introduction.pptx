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57200"/>
            <a:ext cx="1828800" cy="1828800"/>
          </a:xfrm>
          <a:prstGeom prst="ellipse">
            <a:avLst/>
          </a:prstGeom>
          <a:solidFill>
            <a:srgbClr val="90E0EF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1645920"/>
            <a:ext cx="1645920" cy="21945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0" y="2103120"/>
            <a:ext cx="1097280" cy="548640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2926080"/>
            <a:ext cx="274320" cy="27432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4592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SecrexAI 介紹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香港 SME 專屬 WhatsApp AI 助手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24小時 AI 助手 · 廣東話原生 · 60+ 技能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343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Area2 呈獻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0" y="4343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數碼營銷方案專家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280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什麼是 SecrexAI?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同一般 AI 助手比較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640080" cy="64008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69280" y="1280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定價方案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846320" y="2377440"/>
            <a:ext cx="640080" cy="64008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669280" y="2468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適合邊類人?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846320" y="3566160"/>
            <a:ext cx="640080" cy="64008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669280" y="3657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為什麼選擇 SecrexAI?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什麼是 SecrexAI?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554480"/>
          </a:xfrm>
          <a:prstGeom prst="roundRect">
            <a:avLst>
              <a:gd name="adj" fmla="val 8824"/>
            </a:avLst>
          </a:prstGeom>
          <a:solidFill>
            <a:srgbClr val="CAF0F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17320"/>
            <a:ext cx="914400" cy="9144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⏰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73736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24小時 AI 助手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7360" y="1874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住喺你 WhatsApp，隨時隨地幫你做嘢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1554480"/>
          </a:xfrm>
          <a:prstGeom prst="roundRect">
            <a:avLst>
              <a:gd name="adj" fmla="val 8824"/>
            </a:avLst>
          </a:prstGeom>
          <a:solidFill>
            <a:srgbClr val="CAF0F8"/>
          </a:solidFill>
          <a:ln/>
        </p:spPr>
      </p:sp>
      <p:sp>
        <p:nvSpPr>
          <p:cNvPr id="10" name="Shape 8"/>
          <p:cNvSpPr/>
          <p:nvPr/>
        </p:nvSpPr>
        <p:spPr>
          <a:xfrm>
            <a:off x="4937760" y="1417320"/>
            <a:ext cx="914400" cy="9144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417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💬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03504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廣東話原生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35040" y="1874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零學習成本，直接廣東話對話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023360" cy="1554480"/>
          </a:xfrm>
          <a:prstGeom prst="roundRect">
            <a:avLst>
              <a:gd name="adj" fmla="val 8824"/>
            </a:avLst>
          </a:prstGeom>
          <a:solidFill>
            <a:srgbClr val="CAF0F8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246120"/>
            <a:ext cx="914400" cy="9144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46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🧠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73736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永久記憶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37360" y="37033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越用越就手，記住你嘅工作習慣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023360" cy="1554480"/>
          </a:xfrm>
          <a:prstGeom prst="roundRect">
            <a:avLst>
              <a:gd name="adj" fmla="val 8824"/>
            </a:avLst>
          </a:prstGeom>
          <a:solidFill>
            <a:srgbClr val="CAF0F8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3246120"/>
            <a:ext cx="914400" cy="9144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246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03504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60+ 技能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35040" y="37033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一個平台解決所有需求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同一般 AI 助手比較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3840480"/>
          </a:xfrm>
          <a:prstGeom prst="roundRect">
            <a:avLst>
              <a:gd name="adj" fmla="val 3571"/>
            </a:avLst>
          </a:prstGeom>
          <a:solidFill>
            <a:srgbClr val="FFF0F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430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 AI 助理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你問佢點做，佢淨係答你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要你自己複製貼上郁手做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每次對話都係獨立，無記憶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你唔記得跟進，佢唔會主動提醒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無替你預訂、寫電郵、查資料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023360" cy="3840480"/>
          </a:xfrm>
          <a:prstGeom prst="roundRect">
            <a:avLst>
              <a:gd name="adj" fmla="val 3571"/>
            </a:avLst>
          </a:prstGeom>
          <a:solidFill>
            <a:srgbClr val="CAF0F8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1430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SecrexAI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2920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你叫佢做，佢真係郁手幫你完成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自動預訂、寫電郵、整理文件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永久記憶，越用越就手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佢有電腦喺手，隨時幫你做嘢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24/7 standby，有手機就得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0" y="2560320"/>
            <a:ext cx="914400" cy="914400"/>
          </a:xfrm>
          <a:prstGeom prst="ellipse">
            <a:avLst/>
          </a:prstGeom>
          <a:solidFill>
            <a:srgbClr val="03045E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0" y="2560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88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60+ 技能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240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搜尋、問答、提醒、整理文件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CAF0F8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1188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🧠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8328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永久記憶系統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2240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記住你係誰，越用越聰明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CAF0F8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188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⏰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6364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排程提醒功能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3640" y="2240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自動跟進，永不忘記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CAF0F8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108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💬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02920" y="3749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WhatsApp 群組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4160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加入群組，集體使用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46120" y="297180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CAF0F8"/>
          </a:solidFill>
          <a:ln/>
        </p:spPr>
      </p:sp>
      <p:sp>
        <p:nvSpPr>
          <p:cNvPr id="21" name="Text 19"/>
          <p:cNvSpPr/>
          <p:nvPr/>
        </p:nvSpPr>
        <p:spPr>
          <a:xfrm>
            <a:off x="3246120" y="3108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✍️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3383280" y="3749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自動生成文案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83280" y="4160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一秒生成專業內容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297180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CAF0F8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3108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📷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263640" y="3749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圖片分析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63640" y="4160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智能分析，即時回應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定價方案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651760" cy="3931920"/>
          </a:xfrm>
          <a:prstGeom prst="roundRect">
            <a:avLst>
              <a:gd name="adj" fmla="val 5172"/>
            </a:avLst>
          </a:prstGeom>
          <a:solidFill>
            <a:srgbClr val="CAF0F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280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7373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個人版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2194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HK$298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4320" y="2743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基本用量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60+ 技能完整使用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廣東話原生對話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434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永久記憶系統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005840"/>
            <a:ext cx="2651760" cy="3931920"/>
          </a:xfrm>
          <a:prstGeom prst="roundRect">
            <a:avLst>
              <a:gd name="adj" fmla="val 5172"/>
            </a:avLst>
          </a:prstGeom>
          <a:solidFill>
            <a:srgbClr val="0077B6"/>
          </a:solidFill>
          <a:ln/>
        </p:spPr>
      </p:sp>
      <p:sp>
        <p:nvSpPr>
          <p:cNvPr id="14" name="Shape 12"/>
          <p:cNvSpPr/>
          <p:nvPr/>
        </p:nvSpPr>
        <p:spPr>
          <a:xfrm>
            <a:off x="3703320" y="868680"/>
            <a:ext cx="1737360" cy="320040"/>
          </a:xfrm>
          <a:prstGeom prst="roundRect">
            <a:avLst>
              <a:gd name="adj" fmla="val 42857"/>
            </a:avLst>
          </a:prstGeom>
          <a:solidFill>
            <a:srgbClr val="FF6600"/>
          </a:solidFill>
          <a:ln/>
        </p:spPr>
      </p:sp>
      <p:sp>
        <p:nvSpPr>
          <p:cNvPr id="15" name="Text 13"/>
          <p:cNvSpPr/>
          <p:nvPr/>
        </p:nvSpPr>
        <p:spPr>
          <a:xfrm>
            <a:off x="3703320" y="868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最受歡迎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46120" y="1280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46120" y="17373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商務版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46120" y="2194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HK$688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246120" y="2743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/月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2900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Starter 所有功能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2900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5倍商業用量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4023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WhatsApp 群組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29000" y="4434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優先技術支援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1005840"/>
            <a:ext cx="2651760" cy="3931920"/>
          </a:xfrm>
          <a:prstGeom prst="roundRect">
            <a:avLst>
              <a:gd name="adj" fmla="val 5172"/>
            </a:avLst>
          </a:prstGeom>
          <a:solidFill>
            <a:srgbClr val="CAF0F8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1280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17920" y="17373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企業版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17920" y="2194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度身訂造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40080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Business 所有功能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無限成員使用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4023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自訂 AI 個性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4434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專屬客戶經理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0" y="4983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所有方案：14日免費試用，無需信用卡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適合邊類人?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0077B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88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🏢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中小企老闆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240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零售、餐飲、服務行業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0077B6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1188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🏪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8328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零售店東主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2240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多店管理、庫存追蹤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0077B6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188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🍽️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6364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餐廳東主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3640" y="2240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餐牌更新、訂位管理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0077B6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108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💅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02920" y="3749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美容院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4160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預約提醒、客戶管理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46120" y="297180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0077B6"/>
          </a:solidFill>
          <a:ln/>
        </p:spPr>
      </p:sp>
      <p:sp>
        <p:nvSpPr>
          <p:cNvPr id="21" name="Text 19"/>
          <p:cNvSpPr/>
          <p:nvPr/>
        </p:nvSpPr>
        <p:spPr>
          <a:xfrm>
            <a:off x="3246120" y="3108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🏠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3383280" y="3749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地產代理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83280" y="4160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放盤文案、客戶跟進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297180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0077B6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3108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263640" y="3749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會計/物流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63640" y="4160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單據追蹤、派送更新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77B6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立即開始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0" y="23774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日免費試用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0" y="3108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無需信用卡，直接 WhatsApp 開始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3749040"/>
            <a:ext cx="4572000" cy="1005840"/>
          </a:xfrm>
          <a:prstGeom prst="roundRect">
            <a:avLst>
              <a:gd name="adj" fmla="val 13636"/>
            </a:avLst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聯絡 Area2 獲取更多資訊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0" y="4251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WhatsApp: 9565 1459  |  info@area2.com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846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Area2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SecrexAI 介紹</dc:title>
  <dc:subject>PptxGenJS Presentation</dc:subject>
  <dc:creator>Area2</dc:creator>
  <cp:lastModifiedBy>Area2</cp:lastModifiedBy>
  <cp:revision>1</cp:revision>
  <dcterms:created xsi:type="dcterms:W3CDTF">2026-04-02T18:43:54Z</dcterms:created>
  <dcterms:modified xsi:type="dcterms:W3CDTF">2026-04-02T18:43:54Z</dcterms:modified>
</cp:coreProperties>
</file>